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TRAINING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FF2D87"/>
                </a:solidFill>
                <a:latin typeface="Calibri"/>
              </a:rPr>
              <a:t>Save Images as a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D60A"/>
                </a:solidFill>
                <a:latin typeface="Calibri"/>
              </a:rPr>
              <a:t>— Using Print.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AFAFA"/>
                </a:solidFill>
                <a:latin typeface="Calibri"/>
              </a:rPr>
              <a:t>A simple skill that works on almost any device, with no extra software to install.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D0"/>
                </a:solidFill>
                <a:latin typeface="Calibri"/>
              </a:rPr>
              <a:t>By Brooke Chauntel  ·  BaBBled.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Ever needed to email a photo as a PDF?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Job applications and résumé portfolios often require PDF.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Schools and instructors often only accept PDF submissions.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PDFs keep multiple images together in one tidy file.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PDFs print and view the same on every device.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60A"/>
                </a:solidFill>
                <a:latin typeface="Calibri"/>
              </a:rPr>
              <a:t>No Adobe. No paid app. Just the Print dialog you already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TODAY YOU WILL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AFAFA"/>
                </a:solidFill>
                <a:latin typeface="Calibri"/>
              </a:rPr>
              <a:t>By the end of this training, you'll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Open one or more images on your computer or phone.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Use the Print command to reach a hidden PDF option.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Choose "Save as PDF" as the destination.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Adjust orientation, size, and margins for a clean result.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Save the finished PDF where you can find it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BEFORE WE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AFAFA"/>
                </a:solidFill>
                <a:latin typeface="Calibri"/>
              </a:rPr>
              <a:t>What you need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Windows PC, Mac, Chromebook, iPhone, or Android — all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Your image(s)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JPG, PNG, HEIC, or screenshots already saved on the device.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folder in mind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Decide where you want the finished PDF to land (Desktop, Downloads, etc.).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file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Something clear like 'brooke-portfolio.pdf', not 'untitled1.pdf'.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1 ·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AFAFA"/>
                </a:solidFill>
                <a:latin typeface="Calibri"/>
              </a:rPr>
              <a:t>Save an image as PDF on 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1.  </a:t>
            </a:r>
            <a:r>
              <a:rPr sz="2200">
                <a:solidFill>
                  <a:srgbClr val="FAFAFA"/>
                </a:solidFill>
                <a:latin typeface="Calibri"/>
              </a:rPr>
              <a:t>Open the image — double-click it so it opens in Photos.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2.  </a:t>
            </a:r>
            <a:r>
              <a:rPr sz="2200">
                <a:solidFill>
                  <a:srgbClr val="FAFAFA"/>
                </a:solidFill>
                <a:latin typeface="Calibri"/>
              </a:rPr>
              <a:t>Press Ctrl + P to open the Print dialog.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3.  </a:t>
            </a:r>
            <a:r>
              <a:rPr sz="2200">
                <a:solidFill>
                  <a:srgbClr val="FAFAFA"/>
                </a:solidFill>
                <a:latin typeface="Calibri"/>
              </a:rPr>
              <a:t>Under Printer, choose "Microsoft Print to PDF."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4.  </a:t>
            </a:r>
            <a:r>
              <a:rPr sz="2200">
                <a:solidFill>
                  <a:srgbClr val="FAFAFA"/>
                </a:solidFill>
                <a:latin typeface="Calibri"/>
              </a:rPr>
              <a:t>Pick paper size and orientation, then click Print.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5.  </a:t>
            </a:r>
            <a:r>
              <a:rPr sz="2200">
                <a:solidFill>
                  <a:srgbClr val="FAFAFA"/>
                </a:solidFill>
                <a:latin typeface="Calibri"/>
              </a:rPr>
              <a:t>Name the file and choose where to save it. Done.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2 · 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AFAFA"/>
                </a:solidFill>
                <a:latin typeface="Calibri"/>
              </a:rPr>
              <a:t>Save an image as PDF on a 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1.  </a:t>
            </a:r>
            <a:r>
              <a:rPr sz="2200">
                <a:solidFill>
                  <a:srgbClr val="FAFAFA"/>
                </a:solidFill>
                <a:latin typeface="Calibri"/>
              </a:rPr>
              <a:t>Open the image in Preview (double-click it).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2.  </a:t>
            </a:r>
            <a:r>
              <a:rPr sz="2200">
                <a:solidFill>
                  <a:srgbClr val="FAFAFA"/>
                </a:solidFill>
                <a:latin typeface="Calibri"/>
              </a:rPr>
              <a:t>Press ⌘ + P to open Print.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3.  </a:t>
            </a:r>
            <a:r>
              <a:rPr sz="2200">
                <a:solidFill>
                  <a:srgbClr val="FAFAFA"/>
                </a:solidFill>
                <a:latin typeface="Calibri"/>
              </a:rPr>
              <a:t>In the bottom-left, click the PDF dropdown.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4.  </a:t>
            </a:r>
            <a:r>
              <a:rPr sz="2200">
                <a:solidFill>
                  <a:srgbClr val="FAFAFA"/>
                </a:solidFill>
                <a:latin typeface="Calibri"/>
              </a:rPr>
              <a:t>Choose "Save as PDF."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5.  </a:t>
            </a:r>
            <a:r>
              <a:rPr sz="2200">
                <a:solidFill>
                  <a:srgbClr val="FAFAFA"/>
                </a:solidFill>
                <a:latin typeface="Calibri"/>
              </a:rPr>
              <a:t>Name it, pick a folder, click Save.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60A"/>
                </a:solidFill>
                <a:latin typeface="Calibri"/>
              </a:rPr>
              <a:t>Bonus: select multiple images in Finder, right-click → Quick Actions → Create PDF.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3 · 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AFAFA"/>
                </a:solidFill>
                <a:latin typeface="Calibri"/>
              </a:rPr>
              <a:t>Save an image as PDF on your 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1.  </a:t>
            </a:r>
            <a:r>
              <a:rPr sz="2200">
                <a:solidFill>
                  <a:srgbClr val="FAFAFA"/>
                </a:solidFill>
                <a:latin typeface="Calibri"/>
              </a:rPr>
              <a:t>Open the image in your Photos or Gallery app.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2.  </a:t>
            </a:r>
            <a:r>
              <a:rPr sz="2200">
                <a:solidFill>
                  <a:srgbClr val="FAFAFA"/>
                </a:solidFill>
                <a:latin typeface="Calibri"/>
              </a:rPr>
              <a:t>Tap the Share button (the box with the arrow).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3.  </a:t>
            </a:r>
            <a:r>
              <a:rPr sz="2200">
                <a:solidFill>
                  <a:srgbClr val="FAFAFA"/>
                </a:solidFill>
                <a:latin typeface="Calibri"/>
              </a:rPr>
              <a:t>Scroll down and tap Print.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4.  </a:t>
            </a:r>
            <a:r>
              <a:rPr sz="2200">
                <a:solidFill>
                  <a:srgbClr val="FAFAFA"/>
                </a:solidFill>
                <a:latin typeface="Calibri"/>
              </a:rPr>
              <a:t>On the print preview, pinch out with two fingers (iPhone) or tap the PDF icon (Android).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FF2D87"/>
                </a:solidFill>
                <a:latin typeface="Calibri"/>
              </a:rPr>
              <a:t> 5.  </a:t>
            </a:r>
            <a:r>
              <a:rPr sz="2200">
                <a:solidFill>
                  <a:srgbClr val="FAFAFA"/>
                </a:solidFill>
                <a:latin typeface="Calibri"/>
              </a:rPr>
              <a:t>Tap Share / Save → Save to Files.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PRO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AFAFA"/>
                </a:solidFill>
                <a:latin typeface="Calibri"/>
              </a:rPr>
              <a:t>Putting multiple images in one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Windows: select all images in File Explorer → right-click → Print → "Microsoft Print to PDF."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Mac: select images in Finder → right-click → Quick Actions → Create PDF.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Phone: in Photos, tap Select, choose your images, then Share → Print → pinch 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60A"/>
                </a:solidFill>
                <a:latin typeface="Calibri"/>
              </a:rPr>
              <a:t>One PDF beats five attachments — every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AFAFA"/>
                </a:solidFill>
                <a:latin typeface="Calibri"/>
              </a:rPr>
              <a:t>Try it with me — 60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Pick any photo on your device.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Open it. Hit Print.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Choose "Save as PDF."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Save it to your Desktop as test.pdf.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Raise your hand if you get stuck — I'll come help.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WATCH OUT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AFAFA"/>
                </a:solidFill>
                <a:latin typeface="Calibri"/>
              </a:rPr>
              <a:t>Three things that trip people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1. Wrong destination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your real printer is selected, it'll print on paper. Always switch the destination to Save as PDF.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2. Cropped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the photo is cut off, change orientation to Landscape or shrink margins to None.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3. Lost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Note the folder before you click Save. Default is usually Documents or Downloads.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Bonus: huge file 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the PDF is too big to email, lower print quality to Standard or use a smaller paper size.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QUICK 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The whole skill in five words: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2D87"/>
                </a:solidFill>
                <a:latin typeface="Calibri"/>
              </a:rPr>
              <a:t>Open. Print. Save as PDF.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Works on Windows, Mac, Chromebook, iPhone, and Android.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No software to download, no account to make.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Combine multiple images by selecting them all first.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Name your file something you can find later.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FINAL 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Two habits that will save you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Make a folder called PDFs so you stop hunting for them.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Double-click the saved PDF to verify it looks right before you send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D60A"/>
                </a:solidFill>
                <a:latin typeface="Calibri"/>
              </a:rPr>
              <a:t>Thank you for your attention — and for practicing along.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AFAFA"/>
                </a:solidFill>
                <a:latin typeface="Calibri"/>
              </a:rPr>
              <a:t>Questions? Ask away.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